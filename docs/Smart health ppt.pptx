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13"/>
  </p:notesMasterIdLst>
  <p:handoutMasterIdLst>
    <p:handoutMasterId r:id="rId14"/>
  </p:handoutMasterIdLst>
  <p:sldIdLst>
    <p:sldId id="507" r:id="rId2"/>
    <p:sldId id="1012" r:id="rId3"/>
    <p:sldId id="1034" r:id="rId4"/>
    <p:sldId id="1015" r:id="rId5"/>
    <p:sldId id="1037" r:id="rId6"/>
    <p:sldId id="1011" r:id="rId7"/>
    <p:sldId id="1026" r:id="rId8"/>
    <p:sldId id="1033" r:id="rId9"/>
    <p:sldId id="1038" r:id="rId10"/>
    <p:sldId id="1039" r:id="rId11"/>
    <p:sldId id="1041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7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BC6A5-F5D8-82C0-F28F-C70BA469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548680"/>
            <a:ext cx="4032448" cy="1381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768" y="1930080"/>
            <a:ext cx="10888511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defRPr/>
            </a:pPr>
            <a:r>
              <a:rPr lang="en-IN" dirty="0">
                <a:latin typeface="Times New Roman"/>
                <a:cs typeface="Times New Roman"/>
              </a:rPr>
              <a:t>Team Members: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>
              <a:defRPr/>
            </a:pPr>
            <a:r>
              <a:rPr lang="en-IN" dirty="0">
                <a:ea typeface="+mn-lt"/>
                <a:cs typeface="+mn-lt"/>
              </a:rPr>
              <a:t>1. </a:t>
            </a:r>
            <a:r>
              <a:rPr lang="en-IN" sz="2800" dirty="0">
                <a:latin typeface="Times New Roman"/>
                <a:cs typeface="Times New Roman"/>
              </a:rPr>
              <a:t>GOWNI LIKITH – 202BCSE07AED130</a:t>
            </a:r>
          </a:p>
          <a:p>
            <a:pPr lvl="1" algn="just">
              <a:defRPr/>
            </a:pPr>
            <a:r>
              <a:rPr lang="en-IN" dirty="0">
                <a:ea typeface="+mn-lt"/>
                <a:cs typeface="+mn-lt"/>
              </a:rPr>
              <a:t>2.</a:t>
            </a:r>
            <a:r>
              <a:rPr lang="en-IN" dirty="0">
                <a:latin typeface="Times New Roman"/>
                <a:ea typeface="+mn-lt"/>
                <a:cs typeface="Times New Roman"/>
              </a:rPr>
              <a:t> B.NAGA UDDHAV – 2023BCSE07AED146</a:t>
            </a:r>
            <a:endParaRPr lang="en-IN" dirty="0">
              <a:latin typeface="Calibri"/>
              <a:cs typeface="Calibri"/>
            </a:endParaRPr>
          </a:p>
          <a:p>
            <a:pPr lvl="1" algn="l">
              <a:defRPr/>
            </a:pPr>
            <a:r>
              <a:rPr lang="en-IN" dirty="0">
                <a:cs typeface="Calibri"/>
              </a:rPr>
              <a:t>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A.KARTHIK KUMAR REDDY 2023BCSE07AED132</a:t>
            </a:r>
          </a:p>
          <a:p>
            <a:pPr lvl="1" algn="just">
              <a:defRPr/>
            </a:pPr>
            <a:r>
              <a:rPr lang="en-IN" dirty="0">
                <a:latin typeface="Times New Roman"/>
                <a:cs typeface="Times New Roman"/>
              </a:rPr>
              <a:t>4. D.GOWTHAM REDDY – 2023BCSE07AED181</a:t>
            </a: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IN" dirty="0">
                <a:latin typeface="Times New Roman"/>
                <a:cs typeface="Times New Roman"/>
              </a:rPr>
              <a:t>Name of the Mentor: Dr. N </a:t>
            </a:r>
            <a:r>
              <a:rPr lang="en-IN" dirty="0" err="1">
                <a:latin typeface="Times New Roman"/>
                <a:cs typeface="Times New Roman"/>
              </a:rPr>
              <a:t>Sengottaiyan</a:t>
            </a:r>
            <a:endParaRPr lang="en-IN" sz="3200" dirty="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dirty="0">
                <a:latin typeface="Bookman Old Style"/>
              </a:rPr>
              <a:t>6</a:t>
            </a:r>
            <a:r>
              <a:rPr lang="en-US" sz="3200" dirty="0">
                <a:latin typeface="Bookman Old Style"/>
              </a:rPr>
              <a:t>CS1991 Design Project - </a:t>
            </a:r>
            <a:r>
              <a:rPr lang="en-US" dirty="0">
                <a:latin typeface="Bookman Old Style"/>
              </a:rPr>
              <a:t>2</a:t>
            </a:r>
            <a:endParaRPr lang="en-US" sz="3200" dirty="0">
              <a:latin typeface="Bookman Old Style"/>
            </a:endParaRPr>
          </a:p>
          <a:p>
            <a:endParaRPr lang="en-IN" dirty="0"/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1234008" y="784718"/>
            <a:ext cx="6346663" cy="114536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defRPr/>
            </a:pPr>
            <a:r>
              <a:rPr lang="en-IN" b="1" dirty="0">
                <a:latin typeface="Times New Roman"/>
                <a:cs typeface="Times New Roman"/>
              </a:rPr>
              <a:t>Title of the Project</a:t>
            </a:r>
          </a:p>
          <a:p>
            <a:pPr algn="just" fontAlgn="auto">
              <a:spcAft>
                <a:spcPts val="0"/>
              </a:spcAft>
              <a:defRPr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auto">
              <a:spcAft>
                <a:spcPts val="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Health Care Assistance Using Symptoms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E0918-9E46-2259-4003-1C1F5C38D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0" y="1622585"/>
            <a:ext cx="10972800" cy="5320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step toward smarter, faster healthcare.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understand symptoms and possible health risks.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+ Machine Learning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diseases early.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simple, reliable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advice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self-care tips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make healthcare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accessible, personal, and proactive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4A364-138F-E303-4886-AF5B2A6A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F1595E7-656C-262A-D09C-8AB05A98C2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4160" y="1265051"/>
            <a:ext cx="1076153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 often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misinterpret or ignore early symptoms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delayed treatment.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doctors and medical advice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limited in many areas.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give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symptom checks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lack accurate prediction or prevention guidance.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smart, AI-based assistant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analyzes symptoms, predicts possible diseases,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suggests safe, preventive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0B1F0-D8A2-D976-9BE1-AD0775496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288221E-C28B-CB3D-B7FD-CD2EEB385B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77026" y="2293977"/>
            <a:ext cx="8175636" cy="179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rely on Google searches or self-diagnosis.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visits can be time-consuming and expensive.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systems focus more on treatment than prevention.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doctors in remote areas.</a:t>
            </a:r>
          </a:p>
        </p:txBody>
      </p:sp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2FD9CF-9FEC-A241-0CC4-FD113EF59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8D6B3F5-D1E1-60FE-6DD7-9824FCB3EC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860026"/>
            <a:ext cx="923483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possible diseases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user-reported symptoms using Machine Learning.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symptoms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Natural Language Processing (NLP).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safe, preventive health suggestions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remedies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encourage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diagnosis and self-awareness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users.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simple, user-friendly interface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health interaction.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healthcare accessibility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in underserved areas.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4A364-138F-E303-4886-AF5B2A6A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F454216-00CB-95ED-FBD6-36D0FA853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27754" y="1012190"/>
            <a:ext cx="3839845" cy="5759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4D265D-8A71-D0B5-8C69-15D1ED9FD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25AB7-5BA8-788F-021C-7F45B12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A71F711-14ED-47AE-2B94-D25C0E33AC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7786" y="2159370"/>
            <a:ext cx="8105457" cy="22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Logistic Regression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NLP: Natural Language 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Scikit-learn, Pandas, NumPy</a:t>
            </a:r>
          </a:p>
        </p:txBody>
      </p:sp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25AB7-5BA8-788F-021C-7F45B12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34EB3785-8F0C-00E0-AB9C-0C8F718B5B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12302" y="1829888"/>
            <a:ext cx="7851457" cy="22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Symptom-based disease prediction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AI-powered health recommendations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disease awareness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User-friendly interface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Preventive healthcare suggestions</a:t>
            </a:r>
          </a:p>
        </p:txBody>
      </p:sp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Screenshorts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421F7-34F6-B423-BD32-6AFD77324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0B26B11-1FA4-6FFF-87B1-05FA581B6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9304" y="786233"/>
            <a:ext cx="6627810" cy="3159443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65105E6-02A7-3E03-7F53-AB20B44B8E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768" y="2693863"/>
            <a:ext cx="6627810" cy="33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688A92-D094-DFA8-C37F-55F638A10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C1AF911-ABDE-7330-9E9E-E6A0A4C32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11183" y="2146178"/>
            <a:ext cx="6268063" cy="179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predicts diseases based on symptoms.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preventive health advice.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unnecessary hospital visits.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health awareness.</a:t>
            </a:r>
          </a:p>
        </p:txBody>
      </p:sp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EDFA5-D4F7-CF5E-05CA-F1D090EE9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53D467E-4E18-695D-CE83-7F9992EE1F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0880" y="1413143"/>
            <a:ext cx="1032436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shows how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and NLP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make healthcare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simpler, smarter, and more accessible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users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symptoms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predict diseases, and take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preventive action early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Focuses on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non-prescriptive, awareness-based guidance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safe health decisions.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technology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secure, real-time access anywhere.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the burden on hospitals by encouraging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self-care and early diagnosis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Paves the way for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integration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IoT, wearables, and telemedicine systems.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</TotalTime>
  <Words>437</Words>
  <Application>Microsoft Office PowerPoint</Application>
  <PresentationFormat>Widescreen</PresentationFormat>
  <Paragraphs>80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Times New Roman</vt:lpstr>
      <vt:lpstr>Office Theme</vt:lpstr>
      <vt:lpstr>PowerPoint Presentation</vt:lpstr>
      <vt:lpstr>Introduction</vt:lpstr>
      <vt:lpstr>Problem Statement / Scope of the Project</vt:lpstr>
      <vt:lpstr>Existing System</vt:lpstr>
      <vt:lpstr> Proposed Solution</vt:lpstr>
      <vt:lpstr>Architecture</vt:lpstr>
      <vt:lpstr>Technology Stack</vt:lpstr>
      <vt:lpstr>Key Features</vt:lpstr>
      <vt:lpstr> Demo Screenshorts</vt:lpstr>
      <vt:lpstr>Results</vt:lpstr>
      <vt:lpstr>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GOWNI LIKITH</cp:lastModifiedBy>
  <cp:revision>31</cp:revision>
  <cp:lastPrinted>2020-11-26T03:04:06Z</cp:lastPrinted>
  <dcterms:created xsi:type="dcterms:W3CDTF">2008-12-05T06:42:08Z</dcterms:created>
  <dcterms:modified xsi:type="dcterms:W3CDTF">2026-03-13T10:31:19Z</dcterms:modified>
</cp:coreProperties>
</file>